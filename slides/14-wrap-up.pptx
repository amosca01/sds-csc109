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/>
    <p:restoredTop sz="86096"/>
  </p:normalViewPr>
  <p:slideViewPr>
    <p:cSldViewPr snapToGrid="0">
      <p:cViewPr varScale="1">
        <p:scale>
          <a:sx n="108" d="100"/>
          <a:sy n="108" d="100"/>
        </p:scale>
        <p:origin x="11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Data – Thanks for a great semester!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A7B5D-ED49-CC6F-2E56-D46A65F5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11E9-5CA6-A5EE-3F17-F66FBA10B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day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235DF-56C6-8E49-994D-B8B282F47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5901" cy="5841492"/>
          </a:xfrm>
        </p:spPr>
        <p:txBody>
          <a:bodyPr anchor="t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buSzPts val="2040"/>
              <a:buFont typeface="+mj-lt"/>
              <a:buAutoNum type="arabicPeriod"/>
            </a:pPr>
            <a:r>
              <a:rPr lang="en-US" sz="2400" dirty="0">
                <a:ea typeface="Arial"/>
                <a:cs typeface="Arial"/>
                <a:sym typeface="Arial"/>
              </a:rPr>
              <a:t>(20 mins) Half of each group, move around the room and interact with other groups’ projects. Give constructive feedback! The other half of each group stays with the project to demo it.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SzPts val="2040"/>
              <a:buFont typeface="+mj-lt"/>
              <a:buAutoNum type="arabicPeriod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SzPts val="2040"/>
              <a:buFont typeface="+mj-lt"/>
              <a:buAutoNum type="arabicPeriod"/>
            </a:pPr>
            <a:r>
              <a:rPr lang="en-US" sz="2400" dirty="0">
                <a:ea typeface="Arial"/>
                <a:cs typeface="Arial"/>
                <a:sym typeface="Arial"/>
              </a:rPr>
              <a:t>(20 mins) Switch who is moving around and who is demo-</a:t>
            </a:r>
            <a:r>
              <a:rPr lang="en-US" sz="2400" dirty="0" err="1">
                <a:ea typeface="Arial"/>
                <a:cs typeface="Arial"/>
                <a:sym typeface="Arial"/>
              </a:rPr>
              <a:t>ing</a:t>
            </a:r>
            <a:r>
              <a:rPr lang="en-US" sz="2400" dirty="0">
                <a:ea typeface="Arial"/>
                <a:cs typeface="Arial"/>
                <a:sym typeface="Arial"/>
              </a:rPr>
              <a:t>.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SzPts val="2040"/>
              <a:buFont typeface="+mj-lt"/>
              <a:buAutoNum type="arabicPeriod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SzPts val="2040"/>
              <a:buFont typeface="+mj-lt"/>
              <a:buAutoNum type="arabicPeriod"/>
            </a:pPr>
            <a:r>
              <a:rPr lang="en-US" sz="2400" dirty="0">
                <a:ea typeface="Arial"/>
                <a:cs typeface="Arial"/>
                <a:sym typeface="Arial"/>
              </a:rPr>
              <a:t>Return </a:t>
            </a:r>
            <a:r>
              <a:rPr lang="en-US" sz="2400">
                <a:ea typeface="Arial"/>
                <a:cs typeface="Arial"/>
                <a:sym typeface="Arial"/>
              </a:rPr>
              <a:t>to seats &amp; wrap </a:t>
            </a:r>
            <a:r>
              <a:rPr lang="en-US" sz="2400" dirty="0">
                <a:ea typeface="Arial"/>
                <a:cs typeface="Arial"/>
                <a:sym typeface="Arial"/>
              </a:rPr>
              <a:t>up the semester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814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Cheers to you!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5901" cy="584149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This semester you…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Thought deeply about </a:t>
            </a:r>
            <a:r>
              <a:rPr lang="en-US" sz="2400" i="1" dirty="0">
                <a:ea typeface="Arial"/>
                <a:cs typeface="Arial"/>
                <a:sym typeface="Arial"/>
              </a:rPr>
              <a:t>where</a:t>
            </a:r>
            <a:r>
              <a:rPr lang="en-US" sz="2400" dirty="0">
                <a:ea typeface="Arial"/>
                <a:cs typeface="Arial"/>
                <a:sym typeface="Arial"/>
              </a:rPr>
              <a:t> data comes from and the structural oppressions present in it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Used data-visual mapping, mental models, perception, and storytelling to communicate data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Built a physical interaction display that brought the Smith campus together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r>
              <a:rPr lang="en-US" sz="2400" dirty="0">
                <a:ea typeface="Arial"/>
                <a:cs typeface="Arial"/>
                <a:sym typeface="Arial"/>
              </a:rPr>
              <a:t>Created impressive, interactive visualizations in Tableau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554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541E-77D8-B61F-E309-C4B1983C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9F14-D034-7559-E416-367A8149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Cheers to you!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F7C63-519D-C244-B246-19144664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595901" cy="5841492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Thanks for a great semester – your engagement, perspectives, and creativity made this class a joy to teach.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I’m extremely proud of how much you all learned in such a short time, and I hope you’re proud of yourselves, too!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b="1" dirty="0">
                <a:ea typeface="Arial"/>
                <a:cs typeface="Arial"/>
                <a:sym typeface="Arial"/>
              </a:rPr>
              <a:t>Please take the rest of class to fill out your course review.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endParaRPr lang="en-US" sz="2400" b="1" dirty="0"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2040"/>
              <a:buNone/>
            </a:pPr>
            <a:r>
              <a:rPr lang="en-US" sz="2400" b="1" dirty="0">
                <a:ea typeface="Arial"/>
                <a:cs typeface="Arial"/>
                <a:sym typeface="Arial"/>
              </a:rPr>
              <a:t>Good luck with finals! You got this! </a:t>
            </a:r>
          </a:p>
        </p:txBody>
      </p:sp>
    </p:spTree>
    <p:extLst>
      <p:ext uri="{BB962C8B-B14F-4D97-AF65-F5344CB8AC3E}">
        <p14:creationId xmlns:p14="http://schemas.microsoft.com/office/powerpoint/2010/main" val="140811816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1013</TotalTime>
  <Words>208</Words>
  <Application>Microsoft Macintosh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Corbel</vt:lpstr>
      <vt:lpstr>Wingdings 2</vt:lpstr>
      <vt:lpstr>Frame</vt:lpstr>
      <vt:lpstr>Communicating with Data – Thanks for a great semester! </vt:lpstr>
      <vt:lpstr>Demo day </vt:lpstr>
      <vt:lpstr>Cheers to you! </vt:lpstr>
      <vt:lpstr>Cheers to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36</cp:revision>
  <dcterms:created xsi:type="dcterms:W3CDTF">2023-08-03T18:49:17Z</dcterms:created>
  <dcterms:modified xsi:type="dcterms:W3CDTF">2025-12-10T14:48:42Z</dcterms:modified>
</cp:coreProperties>
</file>