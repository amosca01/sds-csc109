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/>
    <p:restoredTop sz="68904"/>
  </p:normalViewPr>
  <p:slideViewPr>
    <p:cSldViewPr snapToGrid="0">
      <p:cViewPr varScale="1">
        <p:scale>
          <a:sx n="85" d="100"/>
          <a:sy n="85" d="100"/>
        </p:scale>
        <p:origin x="15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9/10/26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Communicating with Data – Physical Visualizations &amp; Visualization Accessibility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XX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1172</TotalTime>
  <Words>22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Corbel</vt:lpstr>
      <vt:lpstr>Wingdings 2</vt:lpstr>
      <vt:lpstr>Frame</vt:lpstr>
      <vt:lpstr>Communicating with Data – Physical Visualizations &amp; Visualization Accessibility</vt:lpstr>
      <vt:lpstr>Plan for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42</cp:revision>
  <dcterms:created xsi:type="dcterms:W3CDTF">2023-08-03T18:49:17Z</dcterms:created>
  <dcterms:modified xsi:type="dcterms:W3CDTF">2026-09-10T17:15:26Z</dcterms:modified>
</cp:coreProperties>
</file>