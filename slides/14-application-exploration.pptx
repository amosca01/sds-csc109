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2" r:id="rId1"/>
  </p:sldMasterIdLst>
  <p:notesMasterIdLst>
    <p:notesMasterId r:id="rId4"/>
  </p:notesMasterIdLst>
  <p:sldIdLst>
    <p:sldId id="256" r:id="rId2"/>
    <p:sldId id="26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29"/>
    <p:restoredTop sz="74452"/>
  </p:normalViewPr>
  <p:slideViewPr>
    <p:cSldViewPr snapToGrid="0">
      <p:cViewPr varScale="1">
        <p:scale>
          <a:sx n="93" d="100"/>
          <a:sy n="93" d="100"/>
        </p:scale>
        <p:origin x="1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B8A52-8AC5-C74C-97FB-632C448F367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6506D-5C9B-294C-B2AE-15ACE8B5B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61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078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62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148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3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116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82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06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644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679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5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22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071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66711-FD41-BF2C-3200-E86657F109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Communicating with Data – Application Exploration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E8CA1-49DD-7D0B-3796-B4A0CE940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Ab Mosca (they/them) </a:t>
            </a:r>
          </a:p>
        </p:txBody>
      </p:sp>
    </p:spTree>
    <p:extLst>
      <p:ext uri="{BB962C8B-B14F-4D97-AF65-F5344CB8AC3E}">
        <p14:creationId xmlns:p14="http://schemas.microsoft.com/office/powerpoint/2010/main" val="290532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30C2-52A4-1ABA-980B-56FBC97F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E50F6-429C-715A-C25C-1C7744AED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0619" y="775855"/>
            <a:ext cx="8378462" cy="5652653"/>
          </a:xfrm>
        </p:spPr>
        <p:txBody>
          <a:bodyPr>
            <a:normAutofit/>
          </a:bodyPr>
          <a:lstStyle/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r>
              <a:rPr lang="en-US" sz="2400" kern="0" dirty="0">
                <a:ea typeface="Arial"/>
                <a:cs typeface="Arial"/>
                <a:sym typeface="Arial"/>
              </a:rPr>
              <a:t>This semester, we have focused explicitly on theory and practice of visualizing tabular data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endParaRPr lang="en-US" sz="2400" kern="0" dirty="0">
              <a:ea typeface="Arial"/>
              <a:cs typeface="Arial"/>
              <a:sym typeface="Arial"/>
            </a:endParaRP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You have two options for the remainder of the semester: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defRPr/>
            </a:pPr>
            <a:r>
              <a:rPr lang="en-US" sz="2400" b="1" kern="0" dirty="0">
                <a:ea typeface="Arial"/>
                <a:cs typeface="Arial"/>
                <a:sym typeface="Arial"/>
              </a:rPr>
              <a:t>Path 1:</a:t>
            </a:r>
            <a:r>
              <a:rPr lang="en-US" sz="2400" kern="0" dirty="0">
                <a:ea typeface="Arial"/>
                <a:cs typeface="Arial"/>
                <a:sym typeface="Arial"/>
              </a:rPr>
              <a:t> Self-study </a:t>
            </a:r>
            <a:r>
              <a:rPr lang="en-US" sz="2400" b="1" kern="0" dirty="0">
                <a:ea typeface="Arial"/>
                <a:cs typeface="Arial"/>
                <a:sym typeface="Arial"/>
              </a:rPr>
              <a:t>visualization techniques for </a:t>
            </a:r>
            <a:r>
              <a:rPr lang="en-US" sz="2400" kern="0" dirty="0">
                <a:ea typeface="Arial"/>
                <a:cs typeface="Arial"/>
                <a:sym typeface="Arial"/>
              </a:rPr>
              <a:t>a type of </a:t>
            </a:r>
            <a:r>
              <a:rPr lang="en-US" sz="2400" b="1" kern="0" dirty="0">
                <a:ea typeface="Arial"/>
                <a:cs typeface="Arial"/>
                <a:sym typeface="Arial"/>
              </a:rPr>
              <a:t>non-tabular data </a:t>
            </a:r>
            <a:r>
              <a:rPr lang="en-US" sz="2400" kern="0" dirty="0">
                <a:ea typeface="Arial"/>
                <a:cs typeface="Arial"/>
                <a:sym typeface="Arial"/>
              </a:rPr>
              <a:t>(ex. text, spatial, network, etc.)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defRPr/>
            </a:pPr>
            <a:r>
              <a:rPr lang="en-US" sz="2400" b="1" kern="0" dirty="0">
                <a:ea typeface="Arial"/>
                <a:cs typeface="Arial"/>
                <a:sym typeface="Arial"/>
              </a:rPr>
              <a:t>Path 2:</a:t>
            </a:r>
            <a:r>
              <a:rPr lang="en-US" sz="2400" kern="0" dirty="0">
                <a:ea typeface="Arial"/>
                <a:cs typeface="Arial"/>
                <a:sym typeface="Arial"/>
              </a:rPr>
              <a:t> Self-study </a:t>
            </a:r>
            <a:r>
              <a:rPr lang="en-US" sz="2400" b="1" kern="0" dirty="0">
                <a:ea typeface="Arial"/>
                <a:cs typeface="Arial"/>
                <a:sym typeface="Arial"/>
              </a:rPr>
              <a:t>application of visualization to a</a:t>
            </a:r>
            <a:r>
              <a:rPr lang="en-US" sz="2400" kern="0" dirty="0">
                <a:ea typeface="Arial"/>
                <a:cs typeface="Arial"/>
                <a:sym typeface="Arial"/>
              </a:rPr>
              <a:t> specific </a:t>
            </a:r>
            <a:r>
              <a:rPr lang="en-US" sz="2400" b="1" kern="0" dirty="0">
                <a:ea typeface="Arial"/>
                <a:cs typeface="Arial"/>
                <a:sym typeface="Arial"/>
              </a:rPr>
              <a:t>domain</a:t>
            </a:r>
            <a:r>
              <a:rPr lang="en-US" sz="2400" kern="0" dirty="0">
                <a:ea typeface="Arial"/>
                <a:cs typeface="Arial"/>
                <a:sym typeface="Arial"/>
              </a:rPr>
              <a:t> (ex. biology, classics, education, etc.)</a:t>
            </a:r>
          </a:p>
          <a:p>
            <a:pPr marL="502920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None/>
              <a:defRPr/>
            </a:pPr>
            <a:endParaRPr lang="en-US" sz="2400" kern="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93A299"/>
              </a:buClr>
              <a:buSzPts val="2040"/>
              <a:buFont typeface="Arial"/>
              <a:buChar char="•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Choose your path and</a:t>
            </a:r>
            <a:r>
              <a:rPr lang="en-US" sz="2400" kern="0" dirty="0">
                <a:ea typeface="Arial"/>
                <a:cs typeface="Arial"/>
                <a:sym typeface="Arial"/>
              </a:rPr>
              <a:t> a topic within your path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93A299"/>
              </a:buClr>
              <a:buSzPts val="2040"/>
              <a:buFont typeface="Arial"/>
              <a:buChar char="•"/>
              <a:defRPr/>
            </a:pPr>
            <a:r>
              <a:rPr lang="en-US" sz="2400" kern="0" dirty="0">
                <a:ea typeface="Arial"/>
                <a:cs typeface="Arial"/>
                <a:sym typeface="Arial"/>
              </a:rPr>
              <a:t>Form a group of 2-3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93A299"/>
              </a:buClr>
              <a:buSzPts val="2040"/>
              <a:buFont typeface="Arial"/>
              <a:buChar char="•"/>
              <a:defRPr/>
            </a:pPr>
            <a:r>
              <a:rPr lang="en-US" sz="2400" kern="0" dirty="0">
                <a:ea typeface="Arial"/>
                <a:cs typeface="Arial"/>
                <a:sym typeface="Arial"/>
              </a:rPr>
              <a:t>Create a small workshop (~10mins) that would introduce your topic to an audience who knows the basics of visualization, but nothing about your specific topic 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93A299"/>
              </a:buClr>
              <a:buSzPts val="2040"/>
              <a:buFont typeface="Arial"/>
              <a:buChar char="•"/>
              <a:defRPr/>
            </a:pPr>
            <a:r>
              <a:rPr lang="en-US" sz="2400" kern="0" dirty="0">
                <a:ea typeface="Arial"/>
                <a:cs typeface="Arial"/>
                <a:sym typeface="Arial"/>
              </a:rPr>
              <a:t>Be prepared to lead your workshop in class</a:t>
            </a:r>
          </a:p>
        </p:txBody>
      </p:sp>
    </p:spTree>
    <p:extLst>
      <p:ext uri="{BB962C8B-B14F-4D97-AF65-F5344CB8AC3E}">
        <p14:creationId xmlns:p14="http://schemas.microsoft.com/office/powerpoint/2010/main" val="2288164768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1044</TotalTime>
  <Words>139</Words>
  <Application>Microsoft Macintosh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Corbel</vt:lpstr>
      <vt:lpstr>Wingdings 2</vt:lpstr>
      <vt:lpstr>Frame</vt:lpstr>
      <vt:lpstr>Communicating with Data – Application Exploration</vt:lpstr>
      <vt:lpstr>Plan for Today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for Everyone – Welcome!</dc:title>
  <dc:creator>Mosca, Ab</dc:creator>
  <cp:lastModifiedBy>Ab Mosca</cp:lastModifiedBy>
  <cp:revision>39</cp:revision>
  <dcterms:created xsi:type="dcterms:W3CDTF">2023-08-03T18:49:17Z</dcterms:created>
  <dcterms:modified xsi:type="dcterms:W3CDTF">2026-09-10T17:43:34Z</dcterms:modified>
</cp:coreProperties>
</file>