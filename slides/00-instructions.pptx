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4"/>
  </p:notesMasterIdLst>
  <p:sldIdLst>
    <p:sldId id="268" r:id="rId2"/>
    <p:sldId id="26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/>
    <p:restoredTop sz="74452"/>
  </p:normalViewPr>
  <p:slideViewPr>
    <p:cSldViewPr snapToGrid="0">
      <p:cViewPr varScale="1">
        <p:scale>
          <a:sx n="93" d="100"/>
          <a:sy n="93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619" y="775855"/>
            <a:ext cx="8146472" cy="5652653"/>
          </a:xfrm>
        </p:spPr>
        <p:txBody>
          <a:bodyPr anchor="t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+mj-lt"/>
              <a:buAutoNum type="arabicPeriod"/>
              <a:tabLst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Visualization viewing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defRPr/>
            </a:pPr>
            <a:r>
              <a:rPr lang="en-US" sz="2200" kern="0" dirty="0">
                <a:ea typeface="Arial"/>
                <a:cs typeface="Arial"/>
                <a:sym typeface="Arial"/>
              </a:rPr>
              <a:t>View and provide feedback (complements and suggestions) on at least two other visualizations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defRPr/>
            </a:pPr>
            <a:endParaRPr lang="en-US" sz="2200" kern="0" dirty="0">
              <a:ea typeface="Arial"/>
              <a:cs typeface="Arial"/>
              <a:sym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Start exploring data for a4 (full assignment instructions on course website)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defRPr/>
            </a:pPr>
            <a:r>
              <a:rPr lang="en-US" sz="2200" kern="0" dirty="0">
                <a:ea typeface="Arial"/>
                <a:cs typeface="Arial"/>
                <a:sym typeface="Arial"/>
              </a:rPr>
              <a:t>If you plan to work in a small group, identify the group before you leave today </a:t>
            </a:r>
          </a:p>
        </p:txBody>
      </p:sp>
    </p:spTree>
    <p:extLst>
      <p:ext uri="{BB962C8B-B14F-4D97-AF65-F5344CB8AC3E}">
        <p14:creationId xmlns:p14="http://schemas.microsoft.com/office/powerpoint/2010/main" val="228816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FC30-94C2-550F-D55A-1E69BC04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62ED-7C79-50C4-2EA3-6D963C68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3085-4DEE-74A8-97E7-ACA0EC660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0619" y="775855"/>
            <a:ext cx="8146472" cy="5652653"/>
          </a:xfrm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None/>
              <a:tabLst/>
              <a:defRPr/>
            </a:pPr>
            <a:r>
              <a:rPr lang="en-US" sz="2400" b="1" kern="0" dirty="0">
                <a:ea typeface="Arial"/>
                <a:cs typeface="Arial"/>
                <a:sym typeface="Arial"/>
              </a:rPr>
              <a:t>In class work time for a4 – ask questions as they come up!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None/>
              <a:tabLst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None/>
              <a:tabLst/>
              <a:defRPr/>
            </a:pPr>
            <a:r>
              <a:rPr lang="en-US" sz="2400" kern="0">
                <a:ea typeface="Arial"/>
                <a:cs typeface="Arial"/>
                <a:sym typeface="Arial"/>
              </a:rPr>
              <a:t>Reminders: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None/>
              <a:tabLst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Competency based grading – look at the feedback on your reflections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Now is a good time to assess which competencies you have demonstrated and which you have not 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93A299"/>
              </a:buClr>
              <a:buSzPts val="2040"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You are encouraged to bring you in-progress portfolio to office hours to discuss where you currently are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+mj-lt"/>
              <a:buAutoNum type="arabicPeriod"/>
              <a:tabLst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+mj-lt"/>
              <a:buAutoNum type="arabicPeriod"/>
              <a:tabLst/>
              <a:defRPr/>
            </a:pPr>
            <a:endParaRPr lang="en-US" sz="2400" kern="0" dirty="0">
              <a:ea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+mj-lt"/>
              <a:buAutoNum type="arabicPeriod"/>
              <a:tabLst/>
              <a:defRPr/>
            </a:pPr>
            <a:endParaRPr lang="en-US" sz="2200" kern="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236422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</TotalTime>
  <Words>114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Corbel</vt:lpstr>
      <vt:lpstr>Wingdings 2</vt:lpstr>
      <vt:lpstr>Frame</vt:lpstr>
      <vt:lpstr>Plan for Today</vt:lpstr>
      <vt:lpstr>Plan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41</cp:revision>
  <dcterms:created xsi:type="dcterms:W3CDTF">2023-08-03T18:49:17Z</dcterms:created>
  <dcterms:modified xsi:type="dcterms:W3CDTF">2026-10-26T17:53:12Z</dcterms:modified>
</cp:coreProperties>
</file>