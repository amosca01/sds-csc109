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autoCompressPictures="0">
  <p:sldMasterIdLst>
    <p:sldMasterId id="2147483852" r:id="rId1"/>
  </p:sldMasterIdLst>
  <p:notesMasterIdLst>
    <p:notesMasterId r:id="rId3"/>
  </p:notesMasterIdLst>
  <p:sldIdLst>
    <p:sldId id="268" r:id="rId2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00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7429"/>
    <p:restoredTop sz="74452"/>
  </p:normalViewPr>
  <p:slideViewPr>
    <p:cSldViewPr snapToGrid="0">
      <p:cViewPr varScale="1">
        <p:scale>
          <a:sx n="93" d="100"/>
          <a:sy n="93" d="100"/>
        </p:scale>
        <p:origin x="1744" y="19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notesMaster" Target="notesMasters/notesMaster1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3CBB8A52-8AC5-C74C-97FB-632C448F3674}" type="datetimeFigureOut">
              <a:rPr lang="en-US" smtClean="0"/>
              <a:t>10/6/26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666506D-5C9B-294C-B2AE-15ACE8B5B9F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3716142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0" y="761999"/>
            <a:ext cx="9141619" cy="5334001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8" name="Rectangle 7"/>
          <p:cNvSpPr/>
          <p:nvPr/>
        </p:nvSpPr>
        <p:spPr>
          <a:xfrm>
            <a:off x="9270263" y="761999"/>
            <a:ext cx="2925318" cy="5334001"/>
          </a:xfrm>
          <a:prstGeom prst="rect">
            <a:avLst/>
          </a:prstGeom>
          <a:solidFill>
            <a:srgbClr val="C8C8C8">
              <a:alpha val="5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069848" y="1298448"/>
            <a:ext cx="7315200" cy="3255264"/>
          </a:xfrm>
        </p:spPr>
        <p:txBody>
          <a:bodyPr anchor="b">
            <a:normAutofit/>
          </a:bodyPr>
          <a:lstStyle>
            <a:lvl1pPr algn="l">
              <a:defRPr sz="5900" spc="-100" baseline="0">
                <a:solidFill>
                  <a:srgbClr val="FFFFFF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00015" y="4670246"/>
            <a:ext cx="7315200" cy="914400"/>
          </a:xfrm>
        </p:spPr>
        <p:txBody>
          <a:bodyPr anchor="t">
            <a:normAutofit/>
          </a:bodyPr>
          <a:lstStyle>
            <a:lvl1pPr marL="0" indent="0" algn="l">
              <a:buNone/>
              <a:defRPr sz="2200" cap="none" spc="0" baseline="0">
                <a:solidFill>
                  <a:schemeClr val="accent1">
                    <a:lumMod val="20000"/>
                    <a:lumOff val="80000"/>
                  </a:schemeClr>
                </a:solidFill>
              </a:defRPr>
            </a:lvl1pPr>
            <a:lvl2pPr marL="457200" indent="0" algn="ctr">
              <a:buNone/>
              <a:defRPr sz="2200"/>
            </a:lvl2pPr>
            <a:lvl3pPr marL="914400" indent="0" algn="ctr">
              <a:buNone/>
              <a:defRPr sz="2200"/>
            </a:lvl3pPr>
            <a:lvl4pPr marL="1371600" indent="0" algn="ctr">
              <a:buNone/>
              <a:defRPr sz="2000"/>
            </a:lvl4pPr>
            <a:lvl5pPr marL="1828800" indent="0" algn="ctr">
              <a:buNone/>
              <a:defRPr sz="2000"/>
            </a:lvl5pPr>
            <a:lvl6pPr marL="2286000" indent="0" algn="ctr">
              <a:buNone/>
              <a:defRPr sz="2000"/>
            </a:lvl6pPr>
            <a:lvl7pPr marL="2743200" indent="0" algn="ctr">
              <a:buNone/>
              <a:defRPr sz="2000"/>
            </a:lvl7pPr>
            <a:lvl8pPr marL="3200400" indent="0" algn="ctr">
              <a:buNone/>
              <a:defRPr sz="2000"/>
            </a:lvl8pPr>
            <a:lvl9pPr marL="3657600" indent="0" algn="ctr">
              <a:buNone/>
              <a:defRPr sz="20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586B75A-687E-405C-8A0B-8D00578BA2C3}" type="datetimeFigureOut">
              <a:rPr lang="en-US" smtClean="0"/>
              <a:pPr/>
              <a:t>10/6/26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18507817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586B75A-687E-405C-8A0B-8D00578BA2C3}" type="datetimeFigureOut">
              <a:rPr lang="en-US" smtClean="0"/>
              <a:pPr/>
              <a:t>10/6/26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67686209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867912" y="1298448"/>
            <a:ext cx="7315200" cy="3255264"/>
          </a:xfrm>
        </p:spPr>
        <p:txBody>
          <a:bodyPr anchor="b">
            <a:normAutofit/>
          </a:bodyPr>
          <a:lstStyle>
            <a:lvl1pPr>
              <a:defRPr sz="5900" b="0" spc="-100" baseline="0">
                <a:solidFill>
                  <a:schemeClr val="tx2">
                    <a:lumMod val="75000"/>
                  </a:schemeClr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886200" y="4672584"/>
            <a:ext cx="7315200" cy="914400"/>
          </a:xfrm>
        </p:spPr>
        <p:txBody>
          <a:bodyPr anchor="t">
            <a:normAutofit/>
          </a:bodyPr>
          <a:lstStyle>
            <a:lvl1pPr marL="0" indent="0">
              <a:buNone/>
              <a:defRPr sz="2200" cap="none" spc="0" baseline="0">
                <a:solidFill>
                  <a:schemeClr val="tx2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586B75A-687E-405C-8A0B-8D00578BA2C3}" type="datetimeFigureOut">
              <a:rPr lang="en-US" smtClean="0"/>
              <a:pPr/>
              <a:t>10/6/26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81914802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3867912" y="868680"/>
            <a:ext cx="3474720" cy="5120640"/>
          </a:xfrm>
        </p:spPr>
        <p:txBody>
          <a:bodyPr/>
          <a:lstStyle>
            <a:lvl1pPr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1400"/>
            </a:lvl4pPr>
            <a:lvl5pPr>
              <a:defRPr sz="1400"/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7818120" y="868680"/>
            <a:ext cx="3474720" cy="5120640"/>
          </a:xfrm>
        </p:spPr>
        <p:txBody>
          <a:bodyPr/>
          <a:lstStyle>
            <a:lvl1pPr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1400"/>
            </a:lvl4pPr>
            <a:lvl5pPr>
              <a:defRPr sz="1400"/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8" name="Date Placeholder 7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586B75A-687E-405C-8A0B-8D00578BA2C3}" type="datetimeFigureOut">
              <a:rPr lang="en-US" smtClean="0"/>
              <a:pPr/>
              <a:t>10/6/26</a:t>
            </a:fld>
            <a:endParaRPr lang="en-US" dirty="0"/>
          </a:p>
        </p:txBody>
      </p:sp>
      <p:sp>
        <p:nvSpPr>
          <p:cNvPr id="9" name="Footer Placeholder 8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10" name="Slide Number Placeholder 9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9683502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9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867912" y="1023586"/>
            <a:ext cx="3474720" cy="807720"/>
          </a:xfrm>
        </p:spPr>
        <p:txBody>
          <a:bodyPr anchor="b">
            <a:normAutofit/>
          </a:bodyPr>
          <a:lstStyle>
            <a:lvl1pPr marL="0" indent="0">
              <a:spcBef>
                <a:spcPts val="0"/>
              </a:spcBef>
              <a:buNone/>
              <a:defRPr sz="2000" b="1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3867912" y="1930936"/>
            <a:ext cx="3474720" cy="4023360"/>
          </a:xfrm>
        </p:spPr>
        <p:txBody>
          <a:bodyPr/>
          <a:lstStyle>
            <a:lvl1pPr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1400"/>
            </a:lvl4pPr>
            <a:lvl5pPr>
              <a:defRPr sz="1400"/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7818463" y="1023586"/>
            <a:ext cx="3474720" cy="813171"/>
          </a:xfrm>
        </p:spPr>
        <p:txBody>
          <a:bodyPr anchor="b">
            <a:normAutofit/>
          </a:bodyPr>
          <a:lstStyle>
            <a:lvl1pPr marL="0" indent="0">
              <a:spcBef>
                <a:spcPts val="0"/>
              </a:spcBef>
              <a:buNone/>
              <a:defRPr sz="2000" b="1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7818463" y="1930936"/>
            <a:ext cx="3474720" cy="4023360"/>
          </a:xfrm>
        </p:spPr>
        <p:txBody>
          <a:bodyPr/>
          <a:lstStyle>
            <a:lvl1pPr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1400"/>
            </a:lvl4pPr>
            <a:lvl5pPr>
              <a:defRPr sz="1400"/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586B75A-687E-405C-8A0B-8D00578BA2C3}" type="datetimeFigureOut">
              <a:rPr lang="en-US" smtClean="0"/>
              <a:pPr/>
              <a:t>10/6/26</a:t>
            </a:fld>
            <a:endParaRPr lang="en-US" dirty="0"/>
          </a:p>
        </p:txBody>
      </p:sp>
      <p:sp>
        <p:nvSpPr>
          <p:cNvPr id="11" name="Footer Placeholder 10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12" name="Slide Number Placeholder 1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50911670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5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586B75A-687E-405C-8A0B-8D00578BA2C3}" type="datetimeFigureOut">
              <a:rPr lang="en-US" smtClean="0"/>
              <a:pPr/>
              <a:t>10/6/26</a:t>
            </a:fld>
            <a:endParaRPr lang="en-US" dirty="0"/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8" name="Slide Number Placeholder 7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8682831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586B75A-687E-405C-8A0B-8D00578BA2C3}" type="datetimeFigureOut">
              <a:rPr lang="en-US" smtClean="0"/>
              <a:pPr/>
              <a:t>10/6/26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50606856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6032" y="1143000"/>
            <a:ext cx="2834640" cy="2377440"/>
          </a:xfrm>
        </p:spPr>
        <p:txBody>
          <a:bodyPr anchor="b">
            <a:normAutofit/>
          </a:bodyPr>
          <a:lstStyle>
            <a:lvl1pPr>
              <a:defRPr sz="3200" b="0" baseline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867912" y="868680"/>
            <a:ext cx="7315200" cy="5120640"/>
          </a:xfrm>
        </p:spPr>
        <p:txBody>
          <a:bodyPr/>
          <a:lstStyle>
            <a:lvl1pPr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1400"/>
            </a:lvl4pPr>
            <a:lvl5pPr>
              <a:defRPr sz="1400"/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56032" y="3494176"/>
            <a:ext cx="2834640" cy="2321990"/>
          </a:xfrm>
        </p:spPr>
        <p:txBody>
          <a:bodyPr anchor="t">
            <a:normAutofit/>
          </a:bodyPr>
          <a:lstStyle>
            <a:lvl1pPr marL="0" indent="0">
              <a:lnSpc>
                <a:spcPct val="100000"/>
              </a:lnSpc>
              <a:buNone/>
              <a:defRPr sz="1400">
                <a:solidFill>
                  <a:srgbClr val="FFFFFF"/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8" name="Date Placeholder 7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586B75A-687E-405C-8A0B-8D00578BA2C3}" type="datetimeFigureOut">
              <a:rPr lang="en-US" smtClean="0"/>
              <a:pPr/>
              <a:t>10/6/26</a:t>
            </a:fld>
            <a:endParaRPr lang="en-US" dirty="0"/>
          </a:p>
        </p:txBody>
      </p:sp>
      <p:sp>
        <p:nvSpPr>
          <p:cNvPr id="9" name="Footer Placeholder 8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10" name="Slide Number Placeholder 9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74464498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6032" y="1143000"/>
            <a:ext cx="2834640" cy="2377440"/>
          </a:xfrm>
        </p:spPr>
        <p:txBody>
          <a:bodyPr anchor="b">
            <a:normAutofit/>
          </a:bodyPr>
          <a:lstStyle>
            <a:lvl1pPr>
              <a:defRPr sz="32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3570644" y="767419"/>
            <a:ext cx="8115230" cy="5330952"/>
          </a:xfrm>
          <a:solidFill>
            <a:schemeClr val="bg1">
              <a:lumMod val="75000"/>
            </a:schemeClr>
          </a:solidFill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56032" y="3493008"/>
            <a:ext cx="2834640" cy="2322576"/>
          </a:xfrm>
        </p:spPr>
        <p:txBody>
          <a:bodyPr anchor="t">
            <a:normAutofit/>
          </a:bodyPr>
          <a:lstStyle>
            <a:lvl1pPr marL="0" indent="0">
              <a:lnSpc>
                <a:spcPct val="100000"/>
              </a:lnSpc>
              <a:buNone/>
              <a:defRPr sz="1400">
                <a:solidFill>
                  <a:srgbClr val="FFFFFF"/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8" name="Date Placeholder 7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586B75A-687E-405C-8A0B-8D00578BA2C3}" type="datetimeFigureOut">
              <a:rPr lang="en-US" smtClean="0"/>
              <a:pPr/>
              <a:t>10/6/26</a:t>
            </a:fld>
            <a:endParaRPr lang="en-US" dirty="0"/>
          </a:p>
        </p:txBody>
      </p:sp>
      <p:sp>
        <p:nvSpPr>
          <p:cNvPr id="9" name="Footer Placeholder 8"/>
          <p:cNvSpPr>
            <a:spLocks noGrp="1"/>
          </p:cNvSpPr>
          <p:nvPr>
            <p:ph type="ftr" sz="quarter" idx="11"/>
          </p:nvPr>
        </p:nvSpPr>
        <p:spPr>
          <a:xfrm>
            <a:off x="3499101" y="6356350"/>
            <a:ext cx="5911517" cy="365125"/>
          </a:xfrm>
        </p:spPr>
        <p:txBody>
          <a:bodyPr/>
          <a:lstStyle/>
          <a:p>
            <a:endParaRPr lang="en-US" dirty="0"/>
          </a:p>
        </p:txBody>
      </p:sp>
      <p:sp>
        <p:nvSpPr>
          <p:cNvPr id="10" name="Slide Number Placeholder 9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2767903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anchor="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586B75A-687E-405C-8A0B-8D00578BA2C3}" type="datetimeFigureOut">
              <a:rPr lang="en-US" smtClean="0"/>
              <a:pPr/>
              <a:t>10/6/26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46685043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381000" y="990600"/>
            <a:ext cx="2819400" cy="4953000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3867912" y="868680"/>
            <a:ext cx="7315200" cy="5120640"/>
          </a:xfrm>
        </p:spPr>
        <p:txBody>
          <a:bodyPr vert="eaVert" anchor="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586B75A-687E-405C-8A0B-8D00578BA2C3}" type="datetimeFigureOut">
              <a:rPr lang="en-US" smtClean="0"/>
              <a:pPr/>
              <a:t>10/6/26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95822400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1" y="758952"/>
            <a:ext cx="3443590" cy="5330952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252919" y="1123837"/>
            <a:ext cx="2947482" cy="460118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8" name="Rectangle 37"/>
          <p:cNvSpPr/>
          <p:nvPr/>
        </p:nvSpPr>
        <p:spPr>
          <a:xfrm>
            <a:off x="11815864" y="758952"/>
            <a:ext cx="384048" cy="5330952"/>
          </a:xfrm>
          <a:prstGeom prst="rect">
            <a:avLst/>
          </a:prstGeom>
          <a:solidFill>
            <a:srgbClr val="C8C8C8">
              <a:alpha val="49804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869268" y="864108"/>
            <a:ext cx="7315200" cy="512064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262465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1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fld id="{5586B75A-687E-405C-8A0B-8D00578BA2C3}" type="datetimeFigureOut">
              <a:rPr lang="en-US" smtClean="0"/>
              <a:pPr/>
              <a:t>10/6/26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869268" y="6356350"/>
            <a:ext cx="5911517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1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634135" y="6356350"/>
            <a:ext cx="1530927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 b="1">
                <a:solidFill>
                  <a:schemeClr val="accent1"/>
                </a:solidFill>
              </a:defRPr>
            </a:lvl1pPr>
          </a:lstStyle>
          <a:p>
            <a:fld id="{4FAB73BC-B049-4115-A692-8D63A059BFB8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86207148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853" r:id="rId1"/>
    <p:sldLayoutId id="2147483854" r:id="rId2"/>
    <p:sldLayoutId id="2147483855" r:id="rId3"/>
    <p:sldLayoutId id="2147483856" r:id="rId4"/>
    <p:sldLayoutId id="2147483857" r:id="rId5"/>
    <p:sldLayoutId id="2147483858" r:id="rId6"/>
    <p:sldLayoutId id="2147483859" r:id="rId7"/>
    <p:sldLayoutId id="2147483860" r:id="rId8"/>
    <p:sldLayoutId id="2147483861" r:id="rId9"/>
    <p:sldLayoutId id="2147483862" r:id="rId10"/>
    <p:sldLayoutId id="2147483863" r:id="rId11"/>
  </p:sldLayoutIdLst>
  <p:hf sldNum="0"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3600" kern="1200" spc="-60" baseline="0">
          <a:solidFill>
            <a:srgbClr val="FFFFFF"/>
          </a:solidFill>
          <a:latin typeface="+mj-lt"/>
          <a:ea typeface="+mj-ea"/>
          <a:cs typeface="+mj-cs"/>
        </a:defRPr>
      </a:lvl1pPr>
    </p:titleStyle>
    <p:bodyStyle>
      <a:lvl1pPr marL="182880" indent="-182880" algn="l" defTabSz="914400" rtl="0" eaLnBrk="1" latinLnBrk="0" hangingPunct="1">
        <a:lnSpc>
          <a:spcPct val="90000"/>
        </a:lnSpc>
        <a:spcBef>
          <a:spcPts val="1200"/>
        </a:spcBef>
        <a:buClr>
          <a:schemeClr val="accent1"/>
        </a:buClr>
        <a:buFont typeface="Wingdings 2" pitchFamily="18" charset="2"/>
        <a:buChar char=""/>
        <a:defRPr sz="20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1pPr>
      <a:lvl2pPr marL="685800" indent="-182880" algn="l" defTabSz="914400" rtl="0" eaLnBrk="1" latinLnBrk="0" hangingPunct="1">
        <a:lnSpc>
          <a:spcPct val="90000"/>
        </a:lnSpc>
        <a:spcBef>
          <a:spcPts val="250"/>
        </a:spcBef>
        <a:spcAft>
          <a:spcPts val="250"/>
        </a:spcAft>
        <a:buClr>
          <a:schemeClr val="accent1"/>
        </a:buClr>
        <a:buFont typeface="Wingdings 2" pitchFamily="18" charset="2"/>
        <a:buChar char=""/>
        <a:defRPr sz="18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2pPr>
      <a:lvl3pPr marL="1143000" indent="-182880" algn="l" defTabSz="914400" rtl="0" eaLnBrk="1" latinLnBrk="0" hangingPunct="1">
        <a:lnSpc>
          <a:spcPct val="90000"/>
        </a:lnSpc>
        <a:spcBef>
          <a:spcPts val="250"/>
        </a:spcBef>
        <a:spcAft>
          <a:spcPts val="250"/>
        </a:spcAft>
        <a:buClr>
          <a:schemeClr val="accent1"/>
        </a:buClr>
        <a:buFont typeface="Wingdings 2" pitchFamily="18" charset="2"/>
        <a:buChar char=""/>
        <a:defRPr sz="16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3pPr>
      <a:lvl4pPr marL="1600200" indent="-182880" algn="l" defTabSz="914400" rtl="0" eaLnBrk="1" latinLnBrk="0" hangingPunct="1">
        <a:lnSpc>
          <a:spcPct val="90000"/>
        </a:lnSpc>
        <a:spcBef>
          <a:spcPts val="250"/>
        </a:spcBef>
        <a:spcAft>
          <a:spcPts val="250"/>
        </a:spcAft>
        <a:buClr>
          <a:schemeClr val="accent1"/>
        </a:buClr>
        <a:buFont typeface="Wingdings 2" pitchFamily="18" charset="2"/>
        <a:buChar char="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4pPr>
      <a:lvl5pPr marL="2057400" indent="-182880" algn="l" defTabSz="914400" rtl="0" eaLnBrk="1" latinLnBrk="0" hangingPunct="1">
        <a:lnSpc>
          <a:spcPct val="90000"/>
        </a:lnSpc>
        <a:spcBef>
          <a:spcPts val="250"/>
        </a:spcBef>
        <a:spcAft>
          <a:spcPts val="250"/>
        </a:spcAft>
        <a:buClr>
          <a:schemeClr val="accent1"/>
        </a:buClr>
        <a:buFont typeface="Wingdings 2" pitchFamily="18" charset="2"/>
        <a:buChar char="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250"/>
        </a:spcBef>
        <a:spcAft>
          <a:spcPts val="250"/>
        </a:spcAft>
        <a:buClr>
          <a:schemeClr val="accent1"/>
        </a:buClr>
        <a:buFont typeface="Wingdings 2" pitchFamily="18" charset="2"/>
        <a:buChar char="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250"/>
        </a:spcBef>
        <a:spcAft>
          <a:spcPts val="250"/>
        </a:spcAft>
        <a:buClr>
          <a:schemeClr val="accent1"/>
        </a:buClr>
        <a:buFont typeface="Wingdings 2" pitchFamily="18" charset="2"/>
        <a:buChar char="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250"/>
        </a:spcBef>
        <a:spcAft>
          <a:spcPts val="250"/>
        </a:spcAft>
        <a:buClr>
          <a:schemeClr val="accent1"/>
        </a:buClr>
        <a:buFont typeface="Wingdings 2" pitchFamily="18" charset="2"/>
        <a:buChar char="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250"/>
        </a:spcBef>
        <a:spcAft>
          <a:spcPts val="250"/>
        </a:spcAft>
        <a:buClr>
          <a:schemeClr val="accent1"/>
        </a:buClr>
        <a:buFont typeface="Wingdings 2" pitchFamily="18" charset="2"/>
        <a:buChar char="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0D330C2-52A4-1ABA-980B-56FBC97F350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Plan for Today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EAE50F6-429C-715A-C25C-1C7744AED1C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560619" y="775855"/>
            <a:ext cx="8146472" cy="5652653"/>
          </a:xfrm>
        </p:spPr>
        <p:txBody>
          <a:bodyPr anchor="t">
            <a:normAutofit/>
          </a:bodyPr>
          <a:lstStyle/>
          <a:p>
            <a:pPr marL="457200" marR="0" lvl="0" indent="-4572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3A299"/>
              </a:buClr>
              <a:buSzPts val="2040"/>
              <a:buFont typeface="+mj-lt"/>
              <a:buAutoNum type="arabicPeriod"/>
              <a:tabLst/>
              <a:defRPr/>
            </a:pPr>
            <a:r>
              <a:rPr lang="en-US" sz="2400" kern="0" dirty="0">
                <a:ea typeface="Arial"/>
                <a:cs typeface="Arial"/>
                <a:sym typeface="Arial"/>
              </a:rPr>
              <a:t>Visualization viewing</a:t>
            </a:r>
          </a:p>
          <a:p>
            <a:pPr lv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3A299"/>
              </a:buClr>
              <a:buSzPts val="2040"/>
              <a:defRPr/>
            </a:pPr>
            <a:r>
              <a:rPr lang="en-US" sz="2200" kern="0" dirty="0">
                <a:ea typeface="Arial"/>
                <a:cs typeface="Arial"/>
                <a:sym typeface="Arial"/>
              </a:rPr>
              <a:t>View and provide feedback (complements and suggestions) on at least two other visualizations</a:t>
            </a:r>
          </a:p>
          <a:p>
            <a:pPr lv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3A299"/>
              </a:buClr>
              <a:buSzPts val="2040"/>
              <a:defRPr/>
            </a:pPr>
            <a:endParaRPr lang="en-US" sz="2200" kern="0" dirty="0">
              <a:ea typeface="Arial"/>
              <a:cs typeface="Arial"/>
              <a:sym typeface="Arial"/>
            </a:endParaRPr>
          </a:p>
          <a:p>
            <a:pPr marL="457200" indent="-457200">
              <a:lnSpc>
                <a:spcPct val="100000"/>
              </a:lnSpc>
              <a:spcBef>
                <a:spcPts val="0"/>
              </a:spcBef>
              <a:buClr>
                <a:srgbClr val="93A299"/>
              </a:buClr>
              <a:buSzPts val="2040"/>
              <a:buFont typeface="+mj-lt"/>
              <a:buAutoNum type="arabicPeriod"/>
              <a:defRPr/>
            </a:pPr>
            <a:r>
              <a:rPr lang="en-US" sz="2400" kern="0" dirty="0">
                <a:ea typeface="Arial"/>
                <a:cs typeface="Arial"/>
                <a:sym typeface="Arial"/>
              </a:rPr>
              <a:t>Start exploring data for a4 (full assignment instructions on course website)</a:t>
            </a:r>
          </a:p>
          <a:p>
            <a:pPr lvl="1">
              <a:lnSpc>
                <a:spcPct val="100000"/>
              </a:lnSpc>
              <a:spcBef>
                <a:spcPts val="0"/>
              </a:spcBef>
              <a:buClr>
                <a:srgbClr val="93A299"/>
              </a:buClr>
              <a:buSzPts val="2040"/>
              <a:defRPr/>
            </a:pPr>
            <a:r>
              <a:rPr lang="en-US" sz="2200" kern="0" dirty="0">
                <a:ea typeface="Arial"/>
                <a:cs typeface="Arial"/>
                <a:sym typeface="Arial"/>
              </a:rPr>
              <a:t>If you plan to work in a small group, identify the group before you leave today </a:t>
            </a:r>
          </a:p>
        </p:txBody>
      </p:sp>
    </p:spTree>
    <p:extLst>
      <p:ext uri="{BB962C8B-B14F-4D97-AF65-F5344CB8AC3E}">
        <p14:creationId xmlns:p14="http://schemas.microsoft.com/office/powerpoint/2010/main" val="2288164768"/>
      </p:ext>
    </p:extLst>
  </p:cSld>
  <p:clrMapOvr>
    <a:masterClrMapping/>
  </p:clrMapOvr>
</p:sld>
</file>

<file path=ppt/theme/theme1.xml><?xml version="1.0" encoding="utf-8"?>
<a:theme xmlns:a="http://schemas.openxmlformats.org/drawingml/2006/main" name="Frame">
  <a:themeElements>
    <a:clrScheme name="Frame">
      <a:dk1>
        <a:srgbClr val="2F2B20"/>
      </a:dk1>
      <a:lt1>
        <a:srgbClr val="FFFFFF"/>
      </a:lt1>
      <a:dk2>
        <a:srgbClr val="675E47"/>
      </a:dk2>
      <a:lt2>
        <a:srgbClr val="DFDCB7"/>
      </a:lt2>
      <a:accent1>
        <a:srgbClr val="A9A57C"/>
      </a:accent1>
      <a:accent2>
        <a:srgbClr val="9CBEBD"/>
      </a:accent2>
      <a:accent3>
        <a:srgbClr val="D2CB6C"/>
      </a:accent3>
      <a:accent4>
        <a:srgbClr val="95A39D"/>
      </a:accent4>
      <a:accent5>
        <a:srgbClr val="C89F5D"/>
      </a:accent5>
      <a:accent6>
        <a:srgbClr val="B1A089"/>
      </a:accent6>
      <a:hlink>
        <a:srgbClr val="D25814"/>
      </a:hlink>
      <a:folHlink>
        <a:srgbClr val="849A0A"/>
      </a:folHlink>
    </a:clrScheme>
    <a:fontScheme name="Frame">
      <a:majorFont>
        <a:latin typeface="Corbel" panose="020B0503020204020204"/>
        <a:ea typeface=""/>
        <a:cs typeface=""/>
        <a:font script="Jpan" typeface="ＭＳ ゴシック"/>
        <a:font script="Hang" typeface="HY중고딕"/>
        <a:font script="Hans" typeface="幼圆"/>
        <a:font script="Hant" typeface="微軟正黑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Corbel" panose="020B0503020204020204"/>
        <a:ea typeface=""/>
        <a:cs typeface=""/>
        <a:font script="Jpan" typeface="ＭＳ ゴシック"/>
        <a:font script="Hang" typeface="HY중고딕"/>
        <a:font script="Hans" typeface="幼圆"/>
        <a:font script="Hant" typeface="微軟正黑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Verdana"/>
        <a:font script="Uigh" typeface="Microsoft Uighur"/>
        <a:font script="Geor" typeface="Sylfaen"/>
      </a:minorFont>
    </a:fontScheme>
    <a:fmtScheme name="Frame">
      <a:fillStyleLst>
        <a:solidFill>
          <a:schemeClr val="phClr"/>
        </a:solidFill>
        <a:solidFill>
          <a:schemeClr val="phClr">
            <a:tint val="65000"/>
          </a:schemeClr>
        </a:solidFill>
        <a:solidFill>
          <a:schemeClr val="phClr">
            <a:shade val="80000"/>
            <a:satMod val="150000"/>
          </a:schemeClr>
        </a:solidFill>
      </a:fillStyleLst>
      <a:lnStyleLst>
        <a:ln w="9525" cap="flat" cmpd="sng" algn="ctr">
          <a:solidFill>
            <a:schemeClr val="phClr"/>
          </a:solidFill>
          <a:prstDash val="solid"/>
        </a:ln>
        <a:ln w="10795" cap="flat" cmpd="sng" algn="ctr">
          <a:solidFill>
            <a:schemeClr val="phClr"/>
          </a:solidFill>
          <a:prstDash val="solid"/>
        </a:ln>
        <a:ln w="17145" cap="flat" cmpd="sng" algn="ctr">
          <a:solidFill>
            <a:schemeClr val="phClr">
              <a:shade val="95000"/>
              <a:alpha val="50000"/>
              <a:satMod val="150000"/>
            </a:schemeClr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44450" dist="13970" dir="5400000" algn="ctr" rotWithShape="0">
              <a:srgbClr val="000000">
                <a:alpha val="45000"/>
              </a:srgbClr>
            </a:outerShdw>
          </a:effectLst>
          <a:scene3d>
            <a:camera prst="orthographicFront">
              <a:rot lat="0" lon="0" rev="0"/>
            </a:camera>
            <a:lightRig rig="twoPt" dir="tl"/>
          </a:scene3d>
          <a:sp3d prstMaterial="flat">
            <a:bevelT w="12700" h="25400" prst="coolSlant"/>
          </a:sp3d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satMod val="120000"/>
                <a:lumMod val="102000"/>
              </a:schemeClr>
            </a:gs>
            <a:gs pos="48000">
              <a:schemeClr val="phClr">
                <a:tint val="98000"/>
                <a:shade val="90000"/>
                <a:satMod val="110000"/>
                <a:lumMod val="103000"/>
              </a:schemeClr>
            </a:gs>
            <a:gs pos="100000">
              <a:schemeClr val="phClr">
                <a:tint val="98000"/>
                <a:shade val="80000"/>
                <a:satMod val="10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Frame" id="{F226E7A2-7162-461C-9490-D27D9DC04E43}" vid="{18A1B607-7BAE-46D6-8090-545AC7BDD739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1047</TotalTime>
  <Words>50</Words>
  <Application>Microsoft Macintosh PowerPoint</Application>
  <PresentationFormat>Widescreen</PresentationFormat>
  <Paragraphs>6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6" baseType="lpstr">
      <vt:lpstr>Arial</vt:lpstr>
      <vt:lpstr>Calibri</vt:lpstr>
      <vt:lpstr>Corbel</vt:lpstr>
      <vt:lpstr>Wingdings 2</vt:lpstr>
      <vt:lpstr>Frame</vt:lpstr>
      <vt:lpstr>Plan for Today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 Science for Everyone – Welcome!</dc:title>
  <dc:creator>Mosca, Ab</dc:creator>
  <cp:lastModifiedBy>Ab Mosca</cp:lastModifiedBy>
  <cp:revision>40</cp:revision>
  <dcterms:created xsi:type="dcterms:W3CDTF">2023-08-03T18:49:17Z</dcterms:created>
  <dcterms:modified xsi:type="dcterms:W3CDTF">2026-10-06T14:59:41Z</dcterms:modified>
</cp:coreProperties>
</file>